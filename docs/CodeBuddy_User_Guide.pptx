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3" Type="http://schemas.openxmlformats.org/officeDocument/2006/relationships/viewProps" Target="viewProps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Code Buddy - User Guide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AI-Powered Programming Tutor for Indian Students</a:t>
            </a:r>
            <a:br/>
            <a:br/>
            <a:r>
              <a:rPr/>
              <a:t>GreyBrain.ai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January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Welcome to Code Buddy! 🎓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AI Programming Tutor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Interactive Learning</a:t>
            </a:r>
            <a:r>
              <a:rPr/>
              <a:t>: Chat with your AI tutor</a:t>
            </a:r>
          </a:p>
          <a:p>
            <a:pPr lvl="0"/>
            <a:r>
              <a:rPr b="1"/>
              <a:t>Grade-Specific</a:t>
            </a:r>
            <a:r>
              <a:rPr/>
              <a:t>: Tailored for grades 4-12</a:t>
            </a:r>
          </a:p>
          <a:p>
            <a:pPr lvl="0"/>
            <a:r>
              <a:rPr b="1"/>
              <a:t>Cultural Context</a:t>
            </a:r>
            <a:r>
              <a:rPr/>
              <a:t>: Uses Indian examples and Hinglish</a:t>
            </a:r>
          </a:p>
          <a:p>
            <a:pPr lvl="0"/>
            <a:r>
              <a:rPr b="1"/>
              <a:t>Live Coding</a:t>
            </a:r>
            <a:r>
              <a:rPr/>
              <a:t>: Write and run code in your browser</a:t>
            </a:r>
          </a:p>
          <a:p>
            <a:pPr lvl="0"/>
            <a:r>
              <a:rPr b="1"/>
              <a:t>Multi-Language</a:t>
            </a:r>
            <a:r>
              <a:rPr/>
              <a:t>: Support for 6 Indian languages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Started 🚀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Simple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Admin Setup</a:t>
            </a:r>
            <a:r>
              <a:rPr/>
              <a:t> - Configure the system</a:t>
            </a:r>
          </a:p>
          <a:p>
            <a:pPr lvl="0" indent="-342900" marL="342900">
              <a:buAutoNum type="arabicPeriod"/>
            </a:pPr>
            <a:r>
              <a:rPr b="1"/>
              <a:t>Teacher Access</a:t>
            </a:r>
            <a:r>
              <a:rPr/>
              <a:t> - Manage learning sessions</a:t>
            </a:r>
            <a:br/>
          </a:p>
          <a:p>
            <a:pPr lvl="0" indent="-342900" marL="342900">
              <a:buAutoNum type="arabicPeriod"/>
            </a:pPr>
            <a:r>
              <a:rPr b="1"/>
              <a:t>Student Learning</a:t>
            </a:r>
            <a:r>
              <a:rPr/>
              <a:t> - Interactive AI tutoring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 Administrators 👨‍💼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Initial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1: Admin Login</a:t>
            </a:r>
          </a:p>
          <a:p>
            <a:pPr lvl="0"/>
            <a:r>
              <a:rPr b="1"/>
              <a:t>Gemini API Key</a:t>
            </a:r>
            <a:r>
              <a:rPr/>
              <a:t>: Get from Google AI Studio</a:t>
            </a:r>
          </a:p>
          <a:p>
            <a:pPr lvl="0"/>
            <a:r>
              <a:rPr b="1"/>
              <a:t>Admin Password</a:t>
            </a:r>
            <a:r>
              <a:rPr/>
              <a:t>: </a:t>
            </a:r>
            <a:r>
              <a:rPr>
                <a:latin typeface="Courier"/>
              </a:rPr>
              <a:t>Skidmin2025</a:t>
            </a:r>
          </a:p>
          <a:p>
            <a:pPr lvl="0"/>
            <a:r>
              <a:rPr b="1"/>
              <a:t>Terminal Password</a:t>
            </a:r>
            <a:r>
              <a:rPr/>
              <a:t>: Create password for teachers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2: Activate System</a:t>
            </a:r>
          </a:p>
          <a:p>
            <a:pPr lvl="0"/>
            <a:r>
              <a:rPr/>
              <a:t>Click </a:t>
            </a:r>
            <a:r>
              <a:rPr b="1"/>
              <a:t>“Activate Terminal”</a:t>
            </a:r>
          </a:p>
          <a:p>
            <a:pPr lvl="0"/>
            <a:r>
              <a:rPr/>
              <a:t>System is now ready for teachers and students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Admin Dashboard 📊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Monitor Your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✅ Green</a:t>
            </a:r>
            <a:r>
              <a:rPr/>
              <a:t>: API working perfectly</a:t>
            </a:r>
          </a:p>
          <a:p>
            <a:pPr lvl="0"/>
            <a:r>
              <a:rPr b="1"/>
              <a:t>🟡 Yellow</a:t>
            </a:r>
            <a:r>
              <a:rPr/>
              <a:t>: Temporary throttling (normal)</a:t>
            </a:r>
          </a:p>
          <a:p>
            <a:pPr lvl="0"/>
            <a:r>
              <a:rPr b="1"/>
              <a:t>🔴 Red</a:t>
            </a:r>
            <a:r>
              <a:rPr/>
              <a:t>: Check API key or connection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API health monitoring</a:t>
            </a:r>
          </a:p>
          <a:p>
            <a:pPr lvl="0"/>
            <a:r>
              <a:rPr/>
              <a:t>Recheck functionality</a:t>
            </a:r>
          </a:p>
          <a:p>
            <a:pPr lvl="0"/>
            <a:r>
              <a:rPr/>
              <a:t>Usage statistics (coming soon)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 Teachers 👩‍🏫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Accessing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Teacher Login</a:t>
            </a:r>
          </a:p>
          <a:p>
            <a:pPr lvl="0" indent="-342900" marL="342900">
              <a:buAutoNum type="arabicPeriod"/>
            </a:pPr>
            <a:r>
              <a:rPr/>
              <a:t>Click </a:t>
            </a:r>
            <a:r>
              <a:rPr b="1"/>
              <a:t>“Switch to Teacher Login”</a:t>
            </a:r>
          </a:p>
          <a:p>
            <a:pPr lvl="0" indent="-342900" marL="342900">
              <a:buAutoNum type="arabicPeriod"/>
            </a:pPr>
            <a:r>
              <a:rPr/>
              <a:t>Enter </a:t>
            </a:r>
            <a:r>
              <a:rPr b="1"/>
              <a:t>Terminal Password</a:t>
            </a:r>
            <a:r>
              <a:rPr/>
              <a:t> (from admin)</a:t>
            </a:r>
          </a:p>
          <a:p>
            <a:pPr lvl="0" indent="-342900" marL="342900">
              <a:buAutoNum type="arabicPeriod"/>
            </a:pPr>
            <a:r>
              <a:rPr/>
              <a:t>Click </a:t>
            </a:r>
            <a:r>
              <a:rPr b="1"/>
              <a:t>“Start Teaching”</a:t>
            </a:r>
          </a:p>
          <a:p>
            <a:pPr lvl="0" indent="-342900" marL="342900">
              <a:buAutoNum type="arabicPeriod"/>
            </a:pPr>
            <a:r>
              <a:rPr/>
              <a:t>Click </a:t>
            </a:r>
            <a:r>
              <a:rPr b="1"/>
              <a:t>“Start Learning”</a:t>
            </a:r>
            <a:r>
              <a:rPr/>
              <a:t> to begin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Managing Student Learning 📚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Grade Levels Available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Junior (4-6)</a:t>
            </a:r>
            <a:r>
              <a:rPr/>
              <a:t>: “The Thinker’s Path”</a:t>
            </a:r>
          </a:p>
          <a:p>
            <a:pPr lvl="1"/>
            <a:r>
              <a:rPr/>
              <a:t>Basic computational thinking</a:t>
            </a:r>
          </a:p>
          <a:p>
            <a:pPr lvl="1"/>
            <a:r>
              <a:rPr/>
              <a:t>5 topics, 5-20 minutes each</a:t>
            </a:r>
          </a:p>
          <a:p>
            <a:pPr lvl="0"/>
            <a:r>
              <a:rPr b="1"/>
              <a:t>Explorer (7-9)</a:t>
            </a:r>
            <a:r>
              <a:rPr/>
              <a:t>: “The Python Adventure”</a:t>
            </a:r>
          </a:p>
          <a:p>
            <a:pPr lvl="1"/>
            <a:r>
              <a:rPr/>
              <a:t>Introduction to Python programming</a:t>
            </a:r>
          </a:p>
          <a:p>
            <a:pPr lvl="1"/>
            <a:r>
              <a:rPr/>
              <a:t>6 topics, 5-20 minutes each</a:t>
            </a:r>
          </a:p>
          <a:p>
            <a:pPr lvl="0"/>
            <a:r>
              <a:rPr b="1"/>
              <a:t>Advanced (10-12)</a:t>
            </a:r>
            <a:r>
              <a:rPr/>
              <a:t>: “The Builder’s Toolkit”</a:t>
            </a:r>
          </a:p>
          <a:p>
            <a:pPr lvl="1"/>
            <a:r>
              <a:rPr/>
              <a:t>Advanced programming concepts</a:t>
            </a:r>
          </a:p>
          <a:p>
            <a:pPr lvl="1"/>
            <a:r>
              <a:rPr/>
              <a:t>5 topics, 15-25 minutes each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Teacher Best Practices ✨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Classroom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One Tab</a:t>
            </a:r>
            <a:r>
              <a:rPr/>
              <a:t>: Keep Code Buddy open during class</a:t>
            </a:r>
          </a:p>
          <a:p>
            <a:pPr lvl="0"/>
            <a:r>
              <a:rPr b="1"/>
              <a:t>Guide Selection</a:t>
            </a:r>
            <a:r>
              <a:rPr/>
              <a:t>: Help students choose grade level</a:t>
            </a:r>
          </a:p>
          <a:p>
            <a:pPr lvl="0"/>
            <a:r>
              <a:rPr b="1"/>
              <a:t>Monitor Progress</a:t>
            </a:r>
            <a:r>
              <a:rPr/>
              <a:t>: Check curriculum maps</a:t>
            </a:r>
          </a:p>
          <a:p>
            <a:pPr lvl="0"/>
            <a:r>
              <a:rPr b="1"/>
              <a:t>Celebrate Success</a:t>
            </a:r>
            <a:r>
              <a:rPr/>
              <a:t>: Acknowledge completions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Student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 tutor uses encouraging Hinglish phrases</a:t>
            </a:r>
          </a:p>
          <a:p>
            <a:pPr lvl="0"/>
            <a:r>
              <a:rPr/>
              <a:t>Students get immediate code feedback</a:t>
            </a:r>
          </a:p>
          <a:p>
            <a:pPr lvl="0"/>
            <a:r>
              <a:rPr/>
              <a:t>Cultural analogies make concepts relatable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 Students 🎯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Starting Your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Choose Your Grade</a:t>
            </a:r>
          </a:p>
          <a:p>
            <a:pPr lvl="0"/>
            <a:r>
              <a:rPr b="1"/>
              <a:t>Junior</a:t>
            </a:r>
            <a:r>
              <a:rPr/>
              <a:t>: Grades 4-6 (Basic concepts)</a:t>
            </a:r>
          </a:p>
          <a:p>
            <a:pPr lvl="0"/>
            <a:r>
              <a:rPr b="1"/>
              <a:t>Explorer</a:t>
            </a:r>
            <a:r>
              <a:rPr/>
              <a:t>: Grades 7-9 (Python basics)</a:t>
            </a:r>
          </a:p>
          <a:p>
            <a:pPr lvl="0"/>
            <a:r>
              <a:rPr b="1"/>
              <a:t>Advanced</a:t>
            </a:r>
            <a:r>
              <a:rPr/>
              <a:t>: Grades 10-12 (Advanced topics)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Meet Your AI Tutor</a:t>
            </a:r>
          </a:p>
          <a:p>
            <a:pPr lvl="0"/>
            <a:r>
              <a:rPr/>
              <a:t>Friendly “computer wizard” personality</a:t>
            </a:r>
          </a:p>
          <a:p>
            <a:pPr lvl="0"/>
            <a:r>
              <a:rPr/>
              <a:t>Uses familiar examples (chai, cricket, Bollywood)</a:t>
            </a:r>
          </a:p>
          <a:p>
            <a:pPr lvl="0"/>
            <a:r>
              <a:rPr/>
              <a:t>Speaks your language with encouraging words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Learning Interface 💻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You’ll See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Chat Area</a:t>
            </a:r>
            <a:r>
              <a:rPr/>
              <a:t>: Talk with your AI tutor</a:t>
            </a:r>
          </a:p>
          <a:p>
            <a:pPr lvl="0"/>
            <a:r>
              <a:rPr b="1"/>
              <a:t>Input Box</a:t>
            </a:r>
            <a:r>
              <a:rPr/>
              <a:t>: Type messages and code</a:t>
            </a:r>
          </a:p>
          <a:p>
            <a:pPr lvl="0"/>
            <a:r>
              <a:rPr b="1"/>
              <a:t>Action Buttons</a:t>
            </a:r>
            <a:r>
              <a:rPr/>
              <a:t>: Quick responses</a:t>
            </a:r>
          </a:p>
          <a:p>
            <a:pPr lvl="0"/>
            <a:r>
              <a:rPr b="1"/>
              <a:t>Settings</a:t>
            </a:r>
            <a:r>
              <a:rPr/>
              <a:t>: Change language preferences</a:t>
            </a:r>
          </a:p>
          <a:p>
            <a:pPr lvl="0"/>
            <a:r>
              <a:rPr b="1"/>
              <a:t>Progress Map</a:t>
            </a:r>
            <a:r>
              <a:rPr/>
              <a:t>: See your learning journey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Writing and Running Code 🔧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Simple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Listen</a:t>
            </a:r>
            <a:r>
              <a:rPr/>
              <a:t>: AI tutor explains concept</a:t>
            </a:r>
          </a:p>
          <a:p>
            <a:pPr lvl="0" indent="-342900" marL="342900">
              <a:buAutoNum type="arabicPeriod"/>
            </a:pPr>
            <a:r>
              <a:rPr b="1"/>
              <a:t>Understand</a:t>
            </a:r>
            <a:r>
              <a:rPr/>
              <a:t>: Use action buttons to respond</a:t>
            </a:r>
          </a:p>
          <a:p>
            <a:pPr lvl="0" indent="-342900" marL="342900">
              <a:buAutoNum type="arabicPeriod"/>
            </a:pPr>
            <a:r>
              <a:rPr b="1"/>
              <a:t>Code</a:t>
            </a:r>
            <a:r>
              <a:rPr/>
              <a:t>: Write in code blocks:</a:t>
            </a:r>
          </a:p>
          <a:p>
            <a:pPr lvl="1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"Hello, World!"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run</a:t>
            </a:r>
          </a:p>
          <a:p>
            <a:pPr lvl="0" indent="-342900" marL="342900">
              <a:buAutoNum type="arabicPeriod"/>
            </a:pPr>
            <a:r>
              <a:rPr b="1"/>
              <a:t>Execute</a:t>
            </a:r>
            <a:r>
              <a:rPr/>
              <a:t>: Add </a:t>
            </a:r>
            <a:r>
              <a:rPr>
                <a:latin typeface="Courier"/>
              </a:rPr>
              <a:t>// run</a:t>
            </a:r>
            <a:r>
              <a:rPr/>
              <a:t> to test your code</a:t>
            </a:r>
          </a:p>
          <a:p>
            <a:pPr lvl="0" indent="-342900" marL="342900">
              <a:buAutoNum type="arabicPeriod"/>
            </a:pPr>
            <a:r>
              <a:rPr b="1"/>
              <a:t>Learn</a:t>
            </a:r>
            <a:r>
              <a:rPr/>
              <a:t>: Get instant feedback and guidance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Action Buttons 🎮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“Yep, I got it!”</a:t>
            </a:r>
            <a:r>
              <a:rPr/>
              <a:t> - When you understand</a:t>
            </a:r>
          </a:p>
          <a:p>
            <a:pPr lvl="0"/>
            <a:r>
              <a:rPr b="1"/>
              <a:t>“Explain it differently”</a:t>
            </a:r>
            <a:r>
              <a:rPr/>
              <a:t> - Need another way</a:t>
            </a:r>
          </a:p>
          <a:p>
            <a:pPr lvl="0"/>
            <a:r>
              <a:rPr b="1"/>
              <a:t>“I have a question…”</a:t>
            </a:r>
            <a:r>
              <a:rPr/>
              <a:t> - Ask specific questions</a:t>
            </a:r>
          </a:p>
          <a:p>
            <a:pPr lvl="0"/>
            <a:r>
              <a:rPr b="1"/>
              <a:t>“Show me an example”</a:t>
            </a:r>
            <a:r>
              <a:rPr/>
              <a:t> - Want concrete examples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Language Settings 🌍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Customize Your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Primary Languages</a:t>
            </a:r>
          </a:p>
          <a:p>
            <a:pPr lvl="0"/>
            <a:r>
              <a:rPr/>
              <a:t>English, Hindi, Tamil, Telugu, Bengali, Marathi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Features</a:t>
            </a:r>
          </a:p>
          <a:p>
            <a:pPr lvl="0"/>
            <a:r>
              <a:rPr b="1"/>
              <a:t>Regional Language</a:t>
            </a:r>
            <a:r>
              <a:rPr/>
              <a:t>: Optional secondary language</a:t>
            </a:r>
          </a:p>
          <a:p>
            <a:pPr lvl="0"/>
            <a:r>
              <a:rPr b="1"/>
              <a:t>Code Highlighting</a:t>
            </a:r>
            <a:r>
              <a:rPr/>
              <a:t>: Word-by-word highlighting</a:t>
            </a:r>
          </a:p>
          <a:p>
            <a:pPr lvl="0"/>
            <a:r>
              <a:rPr b="1"/>
              <a:t>Cultural Context</a:t>
            </a:r>
            <a:r>
              <a:rPr/>
              <a:t>: Indian examples and analogies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Progress Tracking 📈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Learning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✅ Completed Topics</a:t>
            </a:r>
            <a:r>
              <a:rPr/>
              <a:t>: Green checkmarks</a:t>
            </a:r>
          </a:p>
          <a:p>
            <a:pPr lvl="0"/>
            <a:r>
              <a:rPr b="1"/>
              <a:t>🔵 Current Topic</a:t>
            </a:r>
            <a:r>
              <a:rPr/>
              <a:t>: Blue highlight</a:t>
            </a:r>
            <a:br/>
          </a:p>
          <a:p>
            <a:pPr lvl="0"/>
            <a:r>
              <a:rPr b="1"/>
              <a:t>⚪ Upcoming Topics</a:t>
            </a:r>
            <a:r>
              <a:rPr/>
              <a:t>: Gray circles</a:t>
            </a:r>
          </a:p>
          <a:p>
            <a:pPr lvl="0"/>
            <a:r>
              <a:rPr b="1"/>
              <a:t>⏱️ Time Estimates</a:t>
            </a:r>
            <a:r>
              <a:rPr/>
              <a:t>: Plan your learning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Automatic Saving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Progress saved across sessions</a:t>
            </a:r>
          </a:p>
          <a:p>
            <a:pPr lvl="0"/>
            <a:r>
              <a:rPr/>
              <a:t>Pick up where you left off</a:t>
            </a:r>
          </a:p>
          <a:p>
            <a:pPr lvl="0"/>
            <a:r>
              <a:rPr/>
              <a:t>No data loss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Learning Tips 💡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 the Most from Your Tutor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Ask Questions</a:t>
            </a:r>
            <a:r>
              <a:rPr/>
              <a:t>: Your AI tutor loves questions!</a:t>
            </a:r>
          </a:p>
          <a:p>
            <a:pPr lvl="0" indent="-342900" marL="342900">
              <a:buAutoNum type="arabicPeriod"/>
            </a:pPr>
            <a:r>
              <a:rPr b="1"/>
              <a:t>Try Your Best</a:t>
            </a:r>
            <a:r>
              <a:rPr/>
              <a:t>: Mistakes help you learn</a:t>
            </a:r>
          </a:p>
          <a:p>
            <a:pPr lvl="0" indent="-342900" marL="342900">
              <a:buAutoNum type="arabicPeriod"/>
            </a:pPr>
            <a:r>
              <a:rPr b="1"/>
              <a:t>Use Examples</a:t>
            </a:r>
            <a:r>
              <a:rPr/>
              <a:t>: Familiar Indian contexts</a:t>
            </a:r>
          </a:p>
          <a:p>
            <a:pPr lvl="0" indent="-342900" marL="342900">
              <a:buAutoNum type="arabicPeriod"/>
            </a:pPr>
            <a:r>
              <a:rPr b="1"/>
              <a:t>Take Breaks</a:t>
            </a:r>
            <a:r>
              <a:rPr/>
              <a:t>: Learning works better in chunks</a:t>
            </a:r>
          </a:p>
          <a:p>
            <a:pPr lvl="0" indent="-342900" marL="342900">
              <a:buAutoNum type="arabicPeriod"/>
            </a:pPr>
            <a:r>
              <a:rPr b="1"/>
              <a:t>Practice</a:t>
            </a:r>
            <a:r>
              <a:rPr/>
              <a:t>: Try variations of what you learn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Feedback 📝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Types of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🟢 Green Success</a:t>
            </a:r>
            <a:r>
              <a:rPr/>
              <a:t>: You got it right!</a:t>
            </a:r>
          </a:p>
          <a:p>
            <a:pPr lvl="0"/>
            <a:r>
              <a:rPr b="1"/>
              <a:t>💡 Helpful Hints</a:t>
            </a:r>
            <a:r>
              <a:rPr/>
              <a:t>: Specific guidance for improvement</a:t>
            </a:r>
          </a:p>
          <a:p>
            <a:pPr lvl="0"/>
            <a:r>
              <a:rPr b="1"/>
              <a:t>🤔 No Direct Answers</a:t>
            </a:r>
            <a:r>
              <a:rPr/>
              <a:t>: Tutor guides you to discover</a:t>
            </a:r>
          </a:p>
          <a:p>
            <a:pPr lvl="0"/>
            <a:r>
              <a:rPr b="1"/>
              <a:t>🎉 Celebrations</a:t>
            </a:r>
            <a:r>
              <a:rPr/>
              <a:t>: “Shabash!” when you succeed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Troubleshooting 🔧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Issues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Login Problems</a:t>
            </a:r>
          </a:p>
          <a:p>
            <a:pPr lvl="0"/>
            <a:r>
              <a:rPr b="1"/>
              <a:t>Teacher</a:t>
            </a:r>
            <a:r>
              <a:rPr/>
              <a:t>: Check terminal password with admin</a:t>
            </a:r>
          </a:p>
          <a:p>
            <a:pPr lvl="0"/>
            <a:r>
              <a:rPr b="1"/>
              <a:t>Admin</a:t>
            </a:r>
            <a:r>
              <a:rPr/>
              <a:t>: Verify password is </a:t>
            </a:r>
            <a:r>
              <a:rPr>
                <a:latin typeface="Courier"/>
              </a:rPr>
              <a:t>Skidmin2025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Won’t Run</a:t>
            </a:r>
          </a:p>
          <a:p>
            <a:pPr lvl="0"/>
            <a:r>
              <a:rPr/>
              <a:t>Make sure you add </a:t>
            </a:r>
            <a:r>
              <a:rPr>
                <a:latin typeface="Courier"/>
              </a:rPr>
              <a:t>// run</a:t>
            </a:r>
            <a:r>
              <a:rPr/>
              <a:t> at the end</a:t>
            </a:r>
          </a:p>
          <a:p>
            <a:pPr lvl="0"/>
            <a:r>
              <a:rPr/>
              <a:t>Check your code block formatting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AI Not Responding</a:t>
            </a:r>
          </a:p>
          <a:p>
            <a:pPr lvl="0"/>
            <a:r>
              <a:rPr/>
              <a:t>Check internet connection</a:t>
            </a:r>
          </a:p>
          <a:p>
            <a:pPr lvl="0"/>
            <a:r>
              <a:rPr/>
              <a:t>Refresh page if needed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Help 🆘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Support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Students</a:t>
            </a:r>
            <a:r>
              <a:rPr/>
              <a:t>: Ask your teacher or use app help</a:t>
            </a:r>
          </a:p>
          <a:p>
            <a:pPr lvl="0"/>
            <a:r>
              <a:rPr b="1"/>
              <a:t>Teachers</a:t>
            </a:r>
            <a:r>
              <a:rPr/>
              <a:t>: Contact system administrator</a:t>
            </a:r>
            <a:br/>
          </a:p>
          <a:p>
            <a:pPr lvl="0"/>
            <a:r>
              <a:rPr b="1"/>
              <a:t>Administrators</a:t>
            </a:r>
            <a:r>
              <a:rPr/>
              <a:t>: Email support@greybrain.ai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Self-Help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Refresh First</a:t>
            </a:r>
            <a:r>
              <a:rPr/>
              <a:t>: Solves many issues</a:t>
            </a:r>
          </a:p>
          <a:p>
            <a:pPr lvl="0" indent="-342900" marL="342900">
              <a:buAutoNum type="arabicPeriod"/>
            </a:pPr>
            <a:r>
              <a:rPr b="1"/>
              <a:t>Check Internet</a:t>
            </a:r>
            <a:r>
              <a:rPr/>
              <a:t>: Ensure stable connection</a:t>
            </a:r>
          </a:p>
          <a:p>
            <a:pPr lvl="0" indent="-342900" marL="342900">
              <a:buAutoNum type="arabicPeriod"/>
            </a:pPr>
            <a:r>
              <a:rPr b="1"/>
              <a:t>Ask Questions</a:t>
            </a:r>
            <a:r>
              <a:rPr/>
              <a:t>: Use the question features</a:t>
            </a:r>
          </a:p>
          <a:p>
            <a:pPr lvl="0" indent="-342900" marL="342900">
              <a:buAutoNum type="arabicPeriod"/>
            </a:pPr>
            <a:r>
              <a:rPr b="1"/>
              <a:t>Be Patient</a:t>
            </a:r>
            <a:r>
              <a:rPr/>
              <a:t>: AI responses may take a few seconds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System Requirements 📱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Browser</a:t>
            </a:r>
            <a:r>
              <a:rPr/>
              <a:t>: Chrome, Firefox, Safari, or Edge</a:t>
            </a:r>
          </a:p>
          <a:p>
            <a:pPr lvl="0"/>
            <a:r>
              <a:rPr b="1"/>
              <a:t>Internet</a:t>
            </a:r>
            <a:r>
              <a:rPr/>
              <a:t>: Stable connection required</a:t>
            </a:r>
          </a:p>
          <a:p>
            <a:pPr lvl="0"/>
            <a:r>
              <a:rPr b="1"/>
              <a:t>Device</a:t>
            </a:r>
            <a:r>
              <a:rPr/>
              <a:t>: Works on phones, tablets, computers</a:t>
            </a:r>
          </a:p>
          <a:p>
            <a:pPr lvl="0"/>
            <a:r>
              <a:rPr b="1"/>
              <a:t>Installation</a:t>
            </a:r>
            <a:r>
              <a:rPr/>
              <a:t>: None required - runs in browser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 Downloads Needed!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Everything runs in your web browser</a:t>
            </a:r>
          </a:p>
          <a:p>
            <a:pPr lvl="0"/>
            <a:r>
              <a:rPr/>
              <a:t>No software to install</a:t>
            </a:r>
          </a:p>
          <a:p>
            <a:pPr lvl="0"/>
            <a:r>
              <a:rPr/>
              <a:t>Works on any device with internet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Safety &amp; Privacy 🔒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Data is Safe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No Personal Info</a:t>
            </a:r>
            <a:r>
              <a:rPr/>
              <a:t>: Only learning progress stored</a:t>
            </a:r>
          </a:p>
          <a:p>
            <a:pPr lvl="0"/>
            <a:r>
              <a:rPr b="1"/>
              <a:t>Local Storage</a:t>
            </a:r>
            <a:r>
              <a:rPr/>
              <a:t>: Data stays on your device</a:t>
            </a:r>
          </a:p>
          <a:p>
            <a:pPr lvl="0"/>
            <a:r>
              <a:rPr b="1"/>
              <a:t>Secure API</a:t>
            </a:r>
            <a:r>
              <a:rPr/>
              <a:t>: Encrypted communication</a:t>
            </a:r>
          </a:p>
          <a:p>
            <a:pPr lvl="0"/>
            <a:r>
              <a:rPr b="1"/>
              <a:t>No Sharing</a:t>
            </a:r>
            <a:r>
              <a:rPr/>
              <a:t>: Your conversations are private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Success Stories 🌟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Students Say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“Code Buddy makes programming fun with cricket examples!”</a:t>
            </a:r>
            <a:r>
              <a:rPr/>
              <a:t> </a:t>
            </a:r>
            <a:r>
              <a:rPr i="1"/>
              <a:t>- Arjun, Grade 8</a:t>
            </a:r>
          </a:p>
          <a:p>
            <a:pPr lvl="0" indent="0" marL="0">
              <a:buNone/>
            </a:pPr>
            <a:r>
              <a:rPr i="1"/>
              <a:t>“I love how it explains things in Hindi when I’m confused”</a:t>
            </a:r>
            <a:r>
              <a:rPr/>
              <a:t> </a:t>
            </a:r>
            <a:r>
              <a:rPr i="1"/>
              <a:t>- Priya, Grade 10</a:t>
            </a:r>
          </a:p>
          <a:p>
            <a:pPr lvl="0" indent="0" marL="0">
              <a:buNone/>
            </a:pPr>
            <a:r>
              <a:rPr i="1"/>
              <a:t>“The AI tutor is so patient and encouraging”</a:t>
            </a:r>
            <a:r>
              <a:rPr/>
              <a:t> </a:t>
            </a:r>
            <a:r>
              <a:rPr i="1"/>
              <a:t>- Rahul, Grade 6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Ready to Start? 🎊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Coding Journey Begins Now!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Choose your grade level</a:t>
            </a:r>
          </a:p>
          <a:p>
            <a:pPr lvl="0" indent="-342900" marL="342900">
              <a:buAutoNum type="arabicPeriod"/>
            </a:pPr>
            <a:r>
              <a:rPr b="1"/>
              <a:t>Meet your AI tutor</a:t>
            </a:r>
            <a:br/>
          </a:p>
          <a:p>
            <a:pPr lvl="0" indent="-342900" marL="342900">
              <a:buAutoNum type="arabicPeriod"/>
            </a:pPr>
            <a:r>
              <a:rPr b="1"/>
              <a:t>Start with simple concepts</a:t>
            </a:r>
          </a:p>
          <a:p>
            <a:pPr lvl="0" indent="-342900" marL="342900">
              <a:buAutoNum type="arabicPeriod"/>
            </a:pPr>
            <a:r>
              <a:rPr b="1"/>
              <a:t>Write and run your first code</a:t>
            </a:r>
          </a:p>
          <a:p>
            <a:pPr lvl="0" indent="-342900" marL="342900">
              <a:buAutoNum type="arabicPeriod"/>
            </a:pPr>
            <a:r>
              <a:rPr b="1"/>
              <a:t>Celebrate your progress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Remember: Every expert was once a beginner!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Thank You! 🙏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Email</a:t>
            </a:r>
            <a:r>
              <a:rPr/>
              <a:t>: support@greybrain.ai</a:t>
            </a:r>
          </a:p>
          <a:p>
            <a:pPr lvl="0"/>
            <a:r>
              <a:rPr b="1"/>
              <a:t>Documentation</a:t>
            </a:r>
            <a:r>
              <a:rPr/>
              <a:t>: Check the user manual</a:t>
            </a:r>
          </a:p>
          <a:p>
            <a:pPr lvl="0"/>
            <a:r>
              <a:rPr b="1"/>
              <a:t>Help</a:t>
            </a:r>
            <a:r>
              <a:rPr/>
              <a:t>: Use the in-app help features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Happy Coding!</a:t>
            </a:r>
          </a:p>
          <a:p>
            <a:pPr lvl="0" indent="0" marL="0">
              <a:buNone/>
            </a:pPr>
            <a:r>
              <a:rPr b="1"/>
              <a:t>Made with ❤️ for Indian students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Buddy - User Guide</dc:title>
  <dc:creator>GreyBrain.ai</dc:creator>
  <cp:keywords/>
  <dcterms:created xsi:type="dcterms:W3CDTF">2025-08-19T08:38:13Z</dcterms:created>
  <dcterms:modified xsi:type="dcterms:W3CDTF">2025-08-19T08:38:13Z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lortheme">
    <vt:lpwstr>default</vt:lpwstr>
  </property>
  <property fmtid="{D5CDD505-2E9C-101B-9397-08002B2CF9AE}" pid="3" name="date">
    <vt:lpwstr>January 2025</vt:lpwstr>
  </property>
  <property fmtid="{D5CDD505-2E9C-101B-9397-08002B2CF9AE}" pid="4" name="fonttheme">
    <vt:lpwstr>professionalfonts</vt:lpwstr>
  </property>
  <property fmtid="{D5CDD505-2E9C-101B-9397-08002B2CF9AE}" pid="5" name="subtitle">
    <vt:lpwstr>AI-Powered Programming Tutor for Indian Students</vt:lpwstr>
  </property>
  <property fmtid="{D5CDD505-2E9C-101B-9397-08002B2CF9AE}" pid="6" name="theme">
    <vt:lpwstr>Madrid</vt:lpwstr>
  </property>
</Properties>
</file>